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3.png"/><Relationship Id="rId12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470796" y="2320379"/>
            <a:ext cx="325040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Eco</a:t>
            </a: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Track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14675" y="3349079"/>
            <a:ext cx="5962650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Gamifying Carbon Footprint Reduction on Campus.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By Team </a:t>
            </a:r>
            <a:r>
              <a:rPr b="1" i="0" lang="en-US" sz="19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ERROR-404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The Campus </a:t>
            </a:r>
            <a:r>
              <a:rPr b="1" i="0" lang="en-US" sz="3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1590377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Massive Daily Waste: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Students use a huge amount of recyclable items every single day—plastics, paper, and glass.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2833985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No Engaging Tracking: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There is currently no easy, motivating way for students to track their personal recycling impact.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077592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Lack of Real-Time Metrics: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The university operates blindly, with no live data on how much is actually being recycled across campus.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532120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The Goal: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We need a system that makes recycling trackable, highly rewarding, and fun.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024062"/>
            <a:ext cx="52006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0942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5303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6642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4025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8160"/>
            <a:ext cx="3492549" cy="3923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48160"/>
            <a:ext cx="3492549" cy="3923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48160"/>
            <a:ext cx="3492549" cy="392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Our </a:t>
            </a:r>
            <a:r>
              <a:rPr b="1" i="0" lang="en-US" sz="3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33868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432589" y="3338810"/>
            <a:ext cx="17702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Scan &amp; Verify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05535"/>
            <a:ext cx="290199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Each student has a unique QR code. At the station, an AI camera verifies the material (plastic, glass, paper) instantly.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33868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220890" y="3338810"/>
            <a:ext cx="17502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Earn Rewards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3805535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Students instantly earn 10 Green Points and save 80 grams of CO₂ for every valid item they recycle on campus.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33868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344233" y="3338810"/>
            <a:ext cx="10601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Redeem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805535"/>
            <a:ext cx="2901999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Accumulated Green Points can be seamlessly redeemed for discounts at the campus canteen and local coffee shops.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5300" y="254823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4550" y="254823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79037" y="2548235"/>
            <a:ext cx="3905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5334000" cy="4978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97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Inside the </a:t>
            </a:r>
            <a:r>
              <a:rPr b="1" i="0" lang="en-US" sz="3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Platform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19240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Student Mode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77025" y="1924050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Admin Dashboard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9526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295400" y="2390775"/>
            <a:ext cx="42195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Simple Auth: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Enter your unique student ID (e.g., 2021001).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95400" y="3299221"/>
            <a:ext cx="4219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Smart Detection: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Upload a photo; our AI classifies the item (e.g., "Plastic - 98% Confidence").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95400" y="4542829"/>
            <a:ext cx="4219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Instant Feedback: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Click 'Submit' to immediately see your updated point balance and carbon impact.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19526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010400" y="2390775"/>
            <a:ext cx="4219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Live Statistics: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View total registered students, total points, and total CO₂ saved in real-time.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010400" y="3634382"/>
            <a:ext cx="4219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Data Visualization: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Interactive donut charts showing the distribution of recycled materials.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010400" y="4877990"/>
            <a:ext cx="42195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Gamification: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View a live leaderboard of top recyclers to encourage healthy campus competition.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4098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31827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56187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24098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3653432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489704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53006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Tech </a:t>
            </a:r>
            <a:r>
              <a:rPr b="1" i="0" lang="en-US" sz="3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Stack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190559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Built in 48 Hours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37232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We designed EcoTrack with a fast, modern, and highly scalable architecture to ensure seamless performance.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3568303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FastAPI (Python) for rapid processing.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423862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Streamlit for interactive dashboards.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4573785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AI Simulation: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PIL image analysis for classification.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5244107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Data: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JSON DB, Altair &amp; Pandas for live charting.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069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910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2617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9649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Impact &amp; </a:t>
            </a:r>
            <a:r>
              <a:rPr b="1" i="0" lang="en-US" sz="3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333500" y="1533525"/>
            <a:ext cx="9525000" cy="1559867"/>
          </a:xfrm>
          <a:prstGeom prst="roundRect">
            <a:avLst>
              <a:gd fmla="val 732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2095500" y="1771650"/>
            <a:ext cx="847725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Environmental Impact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Directly reduces waste sent to landfills and incinerators, giving the university actionable live data to meet sustainability goals.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333500" y="1533525"/>
            <a:ext cx="38100" cy="155986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333500" y="3426767"/>
            <a:ext cx="9525000" cy="1559867"/>
          </a:xfrm>
          <a:prstGeom prst="roundRect">
            <a:avLst>
              <a:gd fmla="val 732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2095500" y="3664892"/>
            <a:ext cx="847725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Behavioral Change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Transforms recycling from a chore into a habit by motivating students with tangible rewards and peer-to-peer leaderboards.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1333500" y="3426767"/>
            <a:ext cx="38100" cy="155986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333500" y="5320010"/>
            <a:ext cx="9525000" cy="1559867"/>
          </a:xfrm>
          <a:prstGeom prst="roundRect">
            <a:avLst>
              <a:gd fmla="val 732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2095500" y="5558135"/>
            <a:ext cx="847725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Seamless Scalability</a:t>
            </a: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 Designed with a modular architecture. It can easily integrate with real Reverse Vending Machines (RVM), a native mobile app, or a full reward store.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1333500" y="5320010"/>
            <a:ext cx="38100" cy="155986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9725" y="1795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9725" y="3688705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9725" y="5581947"/>
            <a:ext cx="3048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60515"/>
            <a:ext cx="11049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295275" y="1706909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2935634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We believe green solutions should be simple, fun, and rewarding.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345757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EcoTrack is our step toward a smart, sustainable campus.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167312" y="4655790"/>
            <a:ext cx="1857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FAFB"/>
                </a:solidFill>
                <a:latin typeface="Inter"/>
                <a:ea typeface="Inter"/>
                <a:cs typeface="Inter"/>
                <a:sym typeface="Inter"/>
              </a:rPr>
              <a:t>Team ERROR-404: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303088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1500" y="3806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" y="380613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03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666875" y="31737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https://www.exeter.ac.uk/v8media/specificsites/sustainability/images/Recycling_website_banner_930_x_500.png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666875" y="341947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www.exeter.ac.uk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64198"/>
            <a:ext cx="1257300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666875" y="395853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https://png.pngtree.com/thumb_back/fh260/background/20251011/pngtree-green-digital-rain-on-black-background-reminiscent-of-matrix-movie-futuristic-image_19824313.webp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666875" y="44023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