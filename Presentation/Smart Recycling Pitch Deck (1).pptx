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Inter" panose="020B0604020202020204" charset="0"/>
      <p:regular r:id="rId11"/>
      <p:bold r:id="rId12"/>
      <p:italic r:id="rId13"/>
      <p:boldItalic r:id="rId14"/>
    </p:embeddedFont>
    <p:embeddedFont>
      <p:font typeface="Inter SemiBold" panose="020B0604020202020204" charset="0"/>
      <p:regular r:id="rId15"/>
      <p:bold r:id="rId16"/>
      <p:italic r:id="rId17"/>
      <p:boldItalic r:id="rId18"/>
    </p:embeddedFont>
    <p:embeddedFont>
      <p:font typeface="Urbanist" panose="020B0604020202020204" charset="0"/>
      <p:regular r:id="rId19"/>
      <p:bold r:id="rId20"/>
      <p:italic r:id="rId21"/>
      <p:boldItalic r:id="rId22"/>
    </p:embeddedFont>
    <p:embeddedFont>
      <p:font typeface="Urbanist Medium" panose="020B0604020202020204" charset="0"/>
      <p:regular r:id="rId23"/>
      <p:bold r:id="rId24"/>
      <p:italic r:id="rId25"/>
      <p:boldItalic r:id="rId26"/>
    </p:embeddedFont>
    <p:embeddedFont>
      <p:font typeface="Urbanist SemiBold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160633" y="2129879"/>
            <a:ext cx="587073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Smart </a:t>
            </a:r>
            <a:r>
              <a:rPr lang="en-US" sz="60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Recycling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895850" y="3063329"/>
            <a:ext cx="252031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CA3A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Team ERROR-404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711029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Gamifying Carbon Footprint Reduction on Campus through AI and interactive tracking.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07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04875" y="1743075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Massive Daily Waste:</a:t>
            </a: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Thousands of single-use plastics and cups are consumed daily on campus, ending up in regular bins.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04875" y="2895600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No Engaging Tracking:</a:t>
            </a: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Students have no motivating or transparent way to track their personal recycling impact.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04875" y="4048125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Lack of Real-Time Metrics:</a:t>
            </a: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The university operates without live data on recycling rates or carbon footprint reduction.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04875" y="52006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Resource Waste:</a:t>
            </a: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This leads to severe environmental pollution and missed sustainability targets.</a:t>
            </a:r>
            <a:endParaRPr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0" y="2009775"/>
            <a:ext cx="520065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9FAF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Campus </a:t>
            </a:r>
            <a:r>
              <a:rPr lang="en-US" sz="3600" b="0" i="0" u="none" strike="noStrike" cap="non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Challenge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771650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924175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76700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229225"/>
            <a:ext cx="1143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71687"/>
            <a:ext cx="3492549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71687"/>
            <a:ext cx="3492549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71687"/>
            <a:ext cx="3492549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36700" y="246221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1322576" y="3462337"/>
            <a:ext cx="1990248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4D39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Scan &amp; Verify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66775" y="3967162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Students access their personal QR code. An AI-powered camera instantly verifies the material (plastic, glass, paper).</a:t>
            </a: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0" y="246221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105876" y="3462337"/>
            <a:ext cx="198024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4D39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Earn Rewards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45074" y="3967162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Instantly earn Green Points and track exact grams of CO₂, Crude Oil, and Electricity saved per recycled item.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93299" y="246221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9274224" y="3462337"/>
            <a:ext cx="12001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4D39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Redeem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23374" y="3967162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Accumulated points can be redeemed in the built-in rewards store for free coffee, notebooks, or meal discounts.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65300" y="2671762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24550" y="26717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79037" y="2671762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9FAF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Our </a:t>
            </a:r>
            <a:r>
              <a:rPr lang="en-US" sz="3600" b="0" i="0" u="none" strike="noStrike" cap="non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Solution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81275"/>
            <a:ext cx="5238750" cy="26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1057275" y="3067050"/>
            <a:ext cx="426720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98.5%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057275" y="4400550"/>
            <a:ext cx="42672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9FAF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 Accuracy Rate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381750" y="2281237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4D39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Fraud Prevention Built-In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381750" y="2786062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Our Admin Dashboard actively monitors and logs </a:t>
            </a:r>
            <a:r>
              <a:rPr lang="en-US" sz="1500" b="1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Fraud Attempts Blocked</a:t>
            </a: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to ensure system integrity. The AI strictly differentiates between actual recyclables and non-recyclable garbage.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381750" y="4148137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We also feature </a:t>
            </a:r>
            <a:r>
              <a:rPr lang="en-US" sz="1500" b="1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Future Projections</a:t>
            </a: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, calculating a student's 1-month and 1-year impact based on their current recycling habits to drive long-term behavioral change.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9FAF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System </a:t>
            </a:r>
            <a:r>
              <a:rPr lang="en-US" sz="3600" b="0" i="0" u="none" strike="noStrike" cap="non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Intelligence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/>
          <p:nvPr/>
        </p:nvSpPr>
        <p:spPr>
          <a:xfrm>
            <a:off x="1333500" y="1504950"/>
            <a:ext cx="9525000" cy="1527720"/>
          </a:xfrm>
          <a:prstGeom prst="roundRect">
            <a:avLst>
              <a:gd name="adj" fmla="val 7481"/>
            </a:avLst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2095500" y="1743075"/>
            <a:ext cx="8477250" cy="1051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9FAFB"/>
                </a:solidFill>
                <a:latin typeface="Inter"/>
                <a:ea typeface="Inter"/>
                <a:cs typeface="Inter"/>
                <a:sym typeface="Inter"/>
              </a:rPr>
              <a:t>Recycle Page (AI Object Verification)</a:t>
            </a: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Upload a photo for the system to verify the material automatically. Includes a unique, scannable QR Code generator for secure student identification.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1333500" y="1504950"/>
            <a:ext cx="47625" cy="1527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1333500" y="3270795"/>
            <a:ext cx="9525000" cy="1527720"/>
          </a:xfrm>
          <a:prstGeom prst="roundRect">
            <a:avLst>
              <a:gd name="adj" fmla="val 7481"/>
            </a:avLst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2095500" y="3508920"/>
            <a:ext cx="8477250" cy="1051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9FAFB"/>
                </a:solidFill>
                <a:latin typeface="Inter"/>
                <a:ea typeface="Inter"/>
                <a:cs typeface="Inter"/>
                <a:sym typeface="Inter"/>
              </a:rPr>
              <a:t>Student Profile (Impact &amp; Rewards)</a:t>
            </a: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Monitor exact CO₂, Crude Oil, and Electricity saved towards personalized goals (e.g., 10kg CO₂). Unlock tiers for free items as points accumulate.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1333500" y="3270795"/>
            <a:ext cx="47625" cy="1527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1333500" y="5036641"/>
            <a:ext cx="9525000" cy="1527720"/>
          </a:xfrm>
          <a:prstGeom prst="roundRect">
            <a:avLst>
              <a:gd name="adj" fmla="val 7481"/>
            </a:avLst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2095500" y="5274766"/>
            <a:ext cx="8477250" cy="1051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9FAFB"/>
                </a:solidFill>
                <a:latin typeface="Inter"/>
                <a:ea typeface="Inter"/>
                <a:cs typeface="Inter"/>
                <a:sym typeface="Inter"/>
              </a:rPr>
              <a:t>Admin Dashboard (Live Analytics)</a:t>
            </a: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Real-time feed of recent scans, total green points, top carbon savers leaderboard, and interactive donut charts showing waste distribution.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1333500" y="5036641"/>
            <a:ext cx="47625" cy="1527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19250" y="1781175"/>
            <a:ext cx="381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9250" y="3547020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19250" y="5312866"/>
            <a:ext cx="3429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9FAF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Inside the </a:t>
            </a:r>
            <a:r>
              <a:rPr lang="en-US" sz="3600" b="0" i="0" u="none" strike="noStrike" cap="non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Platform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71500" y="571500"/>
            <a:ext cx="530066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9FAF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Tech </a:t>
            </a:r>
            <a:r>
              <a:rPr lang="en-US" sz="3600" b="0" i="0" u="none" strike="noStrike" cap="non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Stack</a:t>
            </a:r>
            <a:endParaRPr/>
          </a:p>
        </p:txBody>
      </p:sp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71500" y="1504950"/>
            <a:ext cx="530066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4D39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Built in 48 Hours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2009775"/>
            <a:ext cx="50482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We engineered Smart Recycling with a robust, data-driven architecture to ensure seamless live performance and scalability.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3396257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Backend:</a:t>
            </a:r>
            <a:r>
              <a:rPr lang="en-US" sz="165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Python for high-speed data processing.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571500" y="3921918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Frontend:</a:t>
            </a:r>
            <a:r>
              <a:rPr lang="en-US" sz="165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Streamlit for interactive, dark-mode dashboards.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4782740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AI Engine:</a:t>
            </a:r>
            <a:r>
              <a:rPr lang="en-US" sz="165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Object Verification &amp; Fraud Detection simulation.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5643562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Data Base:</a:t>
            </a:r>
            <a:r>
              <a:rPr lang="en-US" sz="165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Live Pandas DataFrames &amp; Interactive Charts.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/>
          <p:nvPr/>
        </p:nvSpPr>
        <p:spPr>
          <a:xfrm>
            <a:off x="571500" y="4257675"/>
            <a:ext cx="11049000" cy="381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507968" y="4610100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9FAF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Register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571500" y="4981575"/>
            <a:ext cx="254124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Student logs in and accesses their unique identifier QR Code.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3343888" y="2941439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9FAF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Recycle &amp; Scan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3407419" y="3312914"/>
            <a:ext cx="254124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AI verifies the uploaded object (e.g., plastic bottle) at the bin.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179808" y="4610100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9FAF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Track Impact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243339" y="4981575"/>
            <a:ext cx="254124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Points and CO₂ savings instantly appear in the Student Profile.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9015728" y="2941439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9FAF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Redeem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9079259" y="3312914"/>
            <a:ext cx="254124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Student uses accumulated points for free campus coffee or merch.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9FAF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Student </a:t>
            </a:r>
            <a:r>
              <a:rPr lang="en-US" sz="3600" b="0" i="0" u="none" strike="noStrike" cap="non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Journey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1727820" y="4162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381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4563740" y="4162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381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7399659" y="4162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381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10235579" y="4162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381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295275" y="1872555"/>
            <a:ext cx="11601450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Thank You!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310128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9FAFB"/>
                </a:solidFill>
                <a:latin typeface="Inter"/>
                <a:ea typeface="Inter"/>
                <a:cs typeface="Inter"/>
                <a:sym typeface="Inter"/>
              </a:rPr>
              <a:t>Smart Recycling: The step toward a sustainable campus.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4978908" y="4288466"/>
            <a:ext cx="223418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Team ERROR-404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BEB5F8-6849-A2D7-5823-055540C2D918}"/>
              </a:ext>
            </a:extLst>
          </p:cNvPr>
          <p:cNvSpPr txBox="1"/>
          <p:nvPr/>
        </p:nvSpPr>
        <p:spPr>
          <a:xfrm>
            <a:off x="3016758" y="4730501"/>
            <a:ext cx="61584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Abdullah Al Smadi | </a:t>
            </a:r>
            <a:r>
              <a:rPr lang="en-US" sz="1400" b="1" i="0" u="none" strike="noStrike" cap="none" dirty="0" err="1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Vael</a:t>
            </a:r>
            <a:r>
              <a:rPr lang="en-US" sz="1400" b="1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1" dirty="0" err="1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lang="en-US" sz="1400" b="1" i="0" u="none" strike="noStrike" cap="none" dirty="0" err="1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uloglu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</Words>
  <Application>Microsoft Office PowerPoint</Application>
  <PresentationFormat>Widescreen</PresentationFormat>
  <Paragraphs>45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Urbanist</vt:lpstr>
      <vt:lpstr>Inter SemiBold</vt:lpstr>
      <vt:lpstr>Arial</vt:lpstr>
      <vt:lpstr>Inter</vt:lpstr>
      <vt:lpstr>Urbanist SemiBold</vt:lpstr>
      <vt:lpstr>Urbanist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ABDULLAH AL SMADI</cp:lastModifiedBy>
  <cp:revision>1</cp:revision>
  <dcterms:modified xsi:type="dcterms:W3CDTF">2026-05-03T08:35:44Z</dcterms:modified>
</cp:coreProperties>
</file>